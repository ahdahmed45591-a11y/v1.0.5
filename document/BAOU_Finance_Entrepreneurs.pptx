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combien dort sur votre compte courant en ce moment ? Ce montant ne rapporte 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public est entrepreneur : il a une trésorerie, pas forcément le temps ni le canal pour l'investir.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le risque à voix haute : ça installe la crédibilité, et ça évite toute promesse de rendement.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en proposant d'aider à l'inscription sur place : c'est la conversion la plus efficace.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596" y="68580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trésorerie dort.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097280" y="448056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Faites-la travailler sur la BRVM, depuis votre téléphone.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012180" y="5303520"/>
            <a:ext cx="164592" cy="164592"/>
          </a:xfrm>
          <a:prstGeom prst="ellipse">
            <a:avLst/>
          </a:prstGeom>
          <a:solidFill>
            <a:srgbClr val="FF8200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59436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BAOU FINANCE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L'argent qui dort sur un compte courant perd de la valeur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4" name="Image 0" descr="wal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" y="1896831"/>
            <a:ext cx="430865" cy="430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37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trésorerie d'entreprise sur un compte courant ne rapporte rien — l'inflation la grignote chaque année.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7" name="Image 1" descr="bui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" y="3176991"/>
            <a:ext cx="430865" cy="430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3017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compte-titres passe par une agence, des dossiers papier et des allers-retours.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38912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0" name="Image 2" descr="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" y="4457151"/>
            <a:ext cx="430865" cy="4308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297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on repousse, et l'argent reste immobilisé faute d'une solution simple.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BAOU Finance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bourse régionale accessible depuis votre téléphone, financée en Mobile Money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468880"/>
            <a:ext cx="731520" cy="7315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6" name="Image 0" descr="smart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322" y="255666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depuis le mobile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déplacement en agence. Compte ouvert et dossier validé en ligne.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20574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5020" y="2468880"/>
            <a:ext cx="731520" cy="7315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1" name="Image 1" descr="wall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02" y="255666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429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 Mobile Money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40690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Money, Wave, MTN, Moov. Le solde est crédité automatiquement.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20574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15500" y="2468880"/>
            <a:ext cx="731520" cy="731520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6" name="Image 2" descr="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282" y="255666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429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/ vente en direct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9640" y="40690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sociétés cotées à la BRVM, suivies en temps réel.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étapes, une seule fois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87068" y="170992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706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59636" y="242316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7" name="Image 0" descr="user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667" y="249119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6968" y="370332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l'application, en quelques minutes.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1868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1708" y="170992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170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494276" y="242316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5" name="Image 1" descr="signatu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07" y="2491191"/>
            <a:ext cx="430865" cy="430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Pièces &amp; signature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21608" y="370332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 d'identité et contrat SGI signés en ligne.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5332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355080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56348" y="170992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5634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328916" y="242316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23" name="Image 2" descr="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47" y="2491191"/>
            <a:ext cx="430865" cy="43086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92240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56248" y="370332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Money, montant verrouillé, crédit automatique.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88796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189720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EC1A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190988" y="1709928"/>
            <a:ext cx="512064" cy="512064"/>
          </a:xfrm>
          <a:prstGeom prst="ellipse">
            <a:avLst/>
          </a:prstGeom>
          <a:solidFill>
            <a:srgbClr val="0B1C30"/>
          </a:solidFill>
          <a:ln w="38100">
            <a:solidFill>
              <a:srgbClr val="F8F6F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19098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10163556" y="242316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31" name="Image 3" descr="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587" y="2491191"/>
            <a:ext cx="430865" cy="43086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26880" y="3200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investissez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90888" y="3703320"/>
            <a:ext cx="21122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et vente de titres BRVM en quelques clics.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la BRVM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régional en croissance, sur des entreprises que vous connaissez déjà.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cotées : banques, télécoms, agro-industrie de la région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21031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5146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+22,3 %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3611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progression de l'indice BRVM Composite depuis janvier 2025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3273F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25146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14 069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595360" y="3611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milliards FCFA de capitalisation boursière (janvier 2026)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en bourse comporte un risque de perte en capital : les cours peuvent baisser. BAOU ne garantit aucun rendement.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brvm.org, janvier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vous coûte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206240" cy="3931920"/>
          </a:xfrm>
          <a:prstGeom prst="roundRect">
            <a:avLst>
              <a:gd name="adj" fmla="val 3256"/>
            </a:avLst>
          </a:prstGeom>
          <a:solidFill>
            <a:srgbClr val="0B1C30"/>
          </a:solidFill>
          <a:ln/>
          <a:effectLst>
            <a:outerShdw sx="100000" sy="100000" kx="0" ky="0" algn="bl" rotWithShape="0" blurRad="101600" dist="38100" dir="5400000">
              <a:srgbClr val="0B1C3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2402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ordre d'achat ou de vente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TVA 18 % réglementaire)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87452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7" name="Image 0" descr="wal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0111" y="194255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1801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Dépôts gratuits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1945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frais pour alimenter votre compte en Mobile Money.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315468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1" name="Image 1" descr="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111" y="322271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3081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abonnement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89320" y="3474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frais fixes, pas de frais de tenue de compte, rien de caché.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12080" y="4434840"/>
            <a:ext cx="566928" cy="566928"/>
          </a:xfrm>
          <a:prstGeom prst="ellipse">
            <a:avLst/>
          </a:prstGeom>
          <a:solidFill>
            <a:srgbClr val="FF8200"/>
          </a:solidFill>
          <a:ln/>
        </p:spPr>
      </p:sp>
      <p:pic>
        <p:nvPicPr>
          <p:cNvPr id="15" name="Image 2" descr="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111" y="4502871"/>
            <a:ext cx="430865" cy="4308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89320" y="4361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gardez la main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989320" y="47548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décidez de chaque ordre. Retrait de votre solde quand vous voulez.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4356" y="59436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88920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Ouvrez votre compte aujourd'hui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71600" y="35204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reste disponible après la présentation pour vous accompagner sur l'inscription.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12180" y="4206240"/>
            <a:ext cx="164592" cy="164592"/>
          </a:xfrm>
          <a:prstGeom prst="ellipse">
            <a:avLst/>
          </a:prstGeom>
          <a:solidFill>
            <a:srgbClr val="FF8200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Cissé Ahmed — BAOU Finance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EC1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45 59 17 89   ·   baoufinance@gmail.com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2026-08-22T15:16:56Z</dcterms:created>
  <dcterms:modified xsi:type="dcterms:W3CDTF">2026-08-22T15:16:56Z</dcterms:modified>
</cp:coreProperties>
</file>