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7156" y="50292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033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BAOU FINANCE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80160" y="4434840"/>
            <a:ext cx="9628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sur la BRVM, aussi simplement qu'un paiement Mobile Money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012180" y="5257800"/>
            <a:ext cx="164592" cy="164592"/>
          </a:xfrm>
          <a:prstGeom prst="ellipse">
            <a:avLst/>
          </a:prstGeom>
          <a:solidFill>
            <a:srgbClr val="FF8200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investisseurs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boursier dynamique, mais quasi invisible pour le grand public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4" name="Image 0" descr="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1851111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282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compte-titres demande des déplacements en agence et des dossiers papier.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1" descr="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71" y="2902671"/>
            <a:ext cx="430865" cy="430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77977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délais de traitement et les minimums de dépôt découragent les petits épargnants.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0" name="Image 2" descr="smartpho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" y="3954231"/>
            <a:ext cx="430865" cy="4308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83133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L'argent mobile est déjà partout — mais il n'existe aucun pont simple vers la bourse.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955280" y="178308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B1C30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275320" y="2057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5320" y="2514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avec de vraies entreprises, de vrais rendements — et un accès qui reste réservé à une minorité.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BAOU Finance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en bourse depuis son mobile, financé en Mobile Money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331720"/>
            <a:ext cx="640080" cy="64008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6" name="Image 0" descr="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730" y="240853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 Mobile Money instantané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Money, Wave, MTN, Moov — via l'intégration Jeko Africa.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47872" y="19659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331720"/>
            <a:ext cx="640080" cy="64008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1" name="Image 1" descr="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24085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/ vente en quelques clics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30752" y="402336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valeurs cotées à la BRVM, suivies en temps réel.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9659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61504" y="2331720"/>
            <a:ext cx="640080" cy="64008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6" name="Image 2" descr="signatu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4" y="240853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&amp; contrat 100% digitaux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38544" y="402336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d'identité, signature électronique, contrat SGI généré automatiquement.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63456" y="19659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69296" y="2331720"/>
            <a:ext cx="640080" cy="64008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21" name="Image 3" descr="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106" y="240853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28048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Portefeuille sécurisé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546336" y="402336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verrouillées tant que le dossier KYC n'est pas validé.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client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202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87068" y="166420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706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59636" y="23774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0" descr="user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667" y="244547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6968" y="3657600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compte en quelques secondes.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18688" y="32918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19202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1708" y="166420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170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494276" y="23774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1" descr="signatu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07" y="2445471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&amp; signature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21608" y="3657600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d'identité + contrat SGI signé en ligne.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53328" y="32918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355080" y="19202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56348" y="166420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5634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328916" y="23774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23" name="Image 2" descr="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47" y="2445471"/>
            <a:ext cx="430865" cy="43086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9224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 Mobile Money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56248" y="3657600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via Jeko Africa, montant verrouillé.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887968" y="32918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189720" y="19202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190988" y="166420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19098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0163556" y="23774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31" name="Image 3" descr="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587" y="2445471"/>
            <a:ext cx="430865" cy="43086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2688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/ vente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90888" y="3657600"/>
            <a:ext cx="21122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sur la BRVM, portefeuille en temps réel.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produit complet, pas juste une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5" name="Image 0" descr="smart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8915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mobile Android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— accueil, marché BRVM, portefeuille, dépôts.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0" name="Image 1" descr="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188915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Cotations en direct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2628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indicateurs de toutes les valeurs BRVM.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2" descr="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88915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automatisés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7532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Mobile Money crédités automatiquement (webhook).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20" name="Image 3" descr="signatu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3946550"/>
            <a:ext cx="382219" cy="382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digitale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7724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signature électronique, contrat PDF généré.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25" name="Image 4" descr="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630" y="3946550"/>
            <a:ext cx="382219" cy="3822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Garde-fous intégrés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2628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des opérations hors conformité KYC.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30" name="Image 5" descr="build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70" y="3946550"/>
            <a:ext cx="382219" cy="38221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6112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d'administration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27532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opérations, gestion clients, support.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maintenant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boursier en pleine croissance et une population déjà convertie au paiement mobile.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cotées à la BRVM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47872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14 069 Mds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76472" y="3703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de capitalisation boursière (BRVM, janv. 2026)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55664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2824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+22,3 %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84264" y="3703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croissance du BRVM Composite depuis janv. 2025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6345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0616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592056" y="37033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d'adoption du Mobile Money en Côte d'Ivoire (GSMA)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brvm.org (janv. 2026) · GSMA / BCEAO (2025)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économique simple et transparent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206240" cy="4023360"/>
          </a:xfrm>
          <a:prstGeom prst="roundRect">
            <a:avLst>
              <a:gd name="adj" fmla="val 3182"/>
            </a:avLst>
          </a:prstGeom>
          <a:solidFill>
            <a:srgbClr val="0B1C30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2860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frais de courtage sur chaque ordre d'achat ou de vente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TVA 18 % réglementaire)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87452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0" descr="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8671" y="194255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1801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Dépôts gratuits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9788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frais sur les dépôts Mobile Money.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20640" y="31089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1" name="Image 1" descr="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71" y="317699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d'abonnement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97880" y="3401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frais fixes ni de frais cachés pour le client.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20640" y="434340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2" descr="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671" y="4411431"/>
            <a:ext cx="430865" cy="4308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9788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 qui suit le volume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897880" y="4636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revenus croissent naturellement avec l'activité de trading.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déjà construit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006D3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527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fonctionnelle (Flutter)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329184" cy="329184"/>
          </a:xfrm>
          <a:prstGeom prst="ellipse">
            <a:avLst/>
          </a:prstGeom>
          <a:solidFill>
            <a:srgbClr val="006D3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96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transactionnel (Django) avec verrouillage réglementaire KYC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329184" cy="329184"/>
          </a:xfrm>
          <a:prstGeom prst="ellipse">
            <a:avLst/>
          </a:prstGeom>
          <a:solidFill>
            <a:srgbClr val="006D3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2644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en production (Jeko Africa) — dépôt à montant verrouillé, crédit automatique par webhook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006D3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133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digital, signature électronique et contrat de courtage généré automatiquement en PDF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329184" cy="329184"/>
          </a:xfrm>
          <a:prstGeom prst="ellipse">
            <a:avLst/>
          </a:prstGeom>
          <a:solidFill>
            <a:srgbClr val="006D3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001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d'administration : validation des opérations, conformité, support client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6080760"/>
            <a:ext cx="10561320" cy="685800"/>
          </a:xfrm>
          <a:prstGeom prst="roundRect">
            <a:avLst>
              <a:gd name="adj" fmla="val 13333"/>
            </a:avLst>
          </a:prstGeom>
          <a:solidFill>
            <a:srgbClr val="0B1C3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608076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 : produit fonctionnel, prêt pour un lancement pilote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0B1C30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5" name="Image 0" descr="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1744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terme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310896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pilote avec premiers clients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complète des paiements Jeko en production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2103120"/>
            <a:ext cx="594360" cy="59436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0" name="Image 1" descr="smart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83" y="217444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 terme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310896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iOS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aux 8 pays de l'UEMOA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83880" y="17830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8F6F3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2103120"/>
            <a:ext cx="594360" cy="59436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2" descr="coin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3" y="217444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8200" y="310896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 programmée et obligations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financière intégrée à l'app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64008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880360"/>
            <a:ext cx="9994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Investissons ensemble dans l'avenir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bourse ouest-africaine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012180" y="4160520"/>
            <a:ext cx="164592" cy="164592"/>
          </a:xfrm>
          <a:prstGeom prst="ellipse">
            <a:avLst/>
          </a:prstGeom>
          <a:solidFill>
            <a:srgbClr val="FF820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— BAOU Finance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dramancis40@gmail.com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2026-08-14T09:56:12Z</dcterms:created>
  <dcterms:modified xsi:type="dcterms:W3CDTF">2026-08-14T09:56:12Z</dcterms:modified>
</cp:coreProperties>
</file>